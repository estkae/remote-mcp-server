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Claude AI - Die Zukunft der KI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Generated by AALS MCP Server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Was ist Claude?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Anthropics fortschrittlicher KI-Assistent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Entwickelt mit Constitutional AI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Fokus auf Sicherheit und N�tzlichkeit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Multimodal: Text, Code, Bilder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Claude's F�higkeiten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Komplexe Aufgaben verstehen und l�sen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Code schreiben und analysieren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Lange Kontexte verarbeiten (200K Tokens)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Kreative und analytische Arbeiten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Claude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Integrierte Entwicklungsumgebung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Autonomes Arbeiten an Projekten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File-Operations und Tool-Nutzung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Ideal f�r Software-Entwicklung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Vorteile von Claude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Sichere und zuverl�ssige Antworten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Transparentes Denken und Erkl�rungen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Respektvoller und hilfreicher Ton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Kontinuierliche Verbesserung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Zukunft mit Claude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KI-gest�tzte Automatisierung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Verbesserte Produktivit�t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Kreative Zusammenarbeit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• Ethische KI-Entwicklung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AALS Software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- Die Zukunft der KI</dc:title>
  <dc:subject>Generated via MCP PowerPoint Skill</dc:subject>
  <dc:creator>AALS Software AG - MCP Server</dc:creator>
  <cp:lastModifiedBy>AALS Software AG - MCP Server</cp:lastModifiedBy>
  <cp:revision>1</cp:revision>
  <dcterms:created xsi:type="dcterms:W3CDTF">2025-10-28T13:28:55Z</dcterms:created>
  <dcterms:modified xsi:type="dcterms:W3CDTF">2025-10-28T13:28:55Z</dcterms:modified>
</cp:coreProperties>
</file>